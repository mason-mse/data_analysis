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Beijing Air Quality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图文并茂可视化汇报 · Beautified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Data files used: 12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Total records: 412,029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含图表：分布 / 趋势 / 站点对比 / 相关性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关键洞察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241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空气质量存在明显时空异质性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PM2.5 与 PM10/CO联动显著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季节性波动清晰，冬季治理更关键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建议采用分区域、分时段治理策略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PM2.5 分布特征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右偏分布明显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极端值形成长尾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均值高于中位数</a:t>
            </a:r>
          </a:p>
        </p:txBody>
      </p:sp>
      <p:pic>
        <p:nvPicPr>
          <p:cNvPr id="6" name="Picture 5" descr="pm25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PM2.5 月度趋势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月均值随时间波动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可见阶段性峰值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可支撑季节性治理</a:t>
            </a:r>
          </a:p>
        </p:txBody>
      </p:sp>
      <p:pic>
        <p:nvPicPr>
          <p:cNvPr id="6" name="Picture 5" descr="pm25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站点均值对比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站点间浓度差异显著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可定位重点治理区域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支持精细化分区管理</a:t>
            </a:r>
          </a:p>
        </p:txBody>
      </p:sp>
      <p:pic>
        <p:nvPicPr>
          <p:cNvPr id="6" name="Picture 5" descr="st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污染物分布比较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不同污染物波动特征不同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离群点较多反映突发事件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高波动指标应重点监测</a:t>
            </a:r>
          </a:p>
        </p:txBody>
      </p:sp>
      <p:pic>
        <p:nvPicPr>
          <p:cNvPr id="6" name="Picture 5" descr="pollutan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相关性热力图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PM2.5 与 PM10/CO常表现强正相关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气象变量影响相对温和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可用于预测建模特征筛选</a:t>
            </a:r>
          </a:p>
        </p:txBody>
      </p:sp>
      <p:pic>
        <p:nvPicPr>
          <p:cNvPr id="6" name="Picture 5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6126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554"/>
                </a:solidFill>
              </a:defRPr>
            </a:pPr>
            <a: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可继续增强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241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补全全部站点CSV，生成全量城市视图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加入地图可视化与风向玫瑰图</a:t>
            </a:r>
          </a:p>
          <a:p>
            <a:pPr>
              <a:spcAft>
                <a:spcPts val="800"/>
              </a:spcAft>
              <a:defRPr sz="2000">
                <a:solidFill>
                  <a:srgbClr val="2D3748"/>
                </a:solidFill>
              </a:defRPr>
            </a:pPr>
            <a:r>
              <a:t>加企业模板字体/Logo做正式汇报版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